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45dbde6c44afa" /><Relationship Type="http://schemas.openxmlformats.org/officeDocument/2006/relationships/extended-properties" Target="/docProps/app.xml" Id="Ref325de2f82746bc" /><Relationship Type="http://schemas.openxmlformats.org/officeDocument/2006/relationships/officeDocument" Target="/ppt/presentation.xml" Id="R749d4e626b03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8874a844794c2b"/>
  </p:sldMasterIdLst>
  <p:notesMasterIdLst>
    <p:notesMasterId xmlns:r="http://schemas.openxmlformats.org/officeDocument/2006/relationships" r:id="R224f48f174cc4f9e"/>
  </p:notesMasterIdLst>
  <p:sldIdLst>
    <p:sldId xmlns:r="http://schemas.openxmlformats.org/officeDocument/2006/relationships" id="256" r:id="R35f71b5992544870"/>
    <p:sldId xmlns:r="http://schemas.openxmlformats.org/officeDocument/2006/relationships" id="257" r:id="R89ff79683c724587"/>
    <p:sldId xmlns:r="http://schemas.openxmlformats.org/officeDocument/2006/relationships" id="258" r:id="R7aa4e6bcacb34b86"/>
    <p:sldId xmlns:r="http://schemas.openxmlformats.org/officeDocument/2006/relationships" id="259" r:id="R8a2e4eb07ef54c8b"/>
    <p:sldId xmlns:r="http://schemas.openxmlformats.org/officeDocument/2006/relationships" id="260" r:id="Rdb6a371e62fd45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78aa6964bd4e5d" /><Relationship Type="http://schemas.openxmlformats.org/officeDocument/2006/relationships/slideMaster" Target="/ppt/slideMasters/slideMaster1.xml" Id="R2e8874a844794c2b" /><Relationship Type="http://schemas.openxmlformats.org/officeDocument/2006/relationships/notesMaster" Target="/ppt/notesMasters/notesMaster1.xml" Id="R224f48f174cc4f9e" /><Relationship Type="http://schemas.openxmlformats.org/officeDocument/2006/relationships/presProps" Target="/ppt/presProps.xml" Id="R0adb4e3d97124537" /><Relationship Type="http://schemas.openxmlformats.org/officeDocument/2006/relationships/tableStyles" Target="/ppt/tableStyles.xml" Id="Ra6f69ac2448248be" /><Relationship Type="http://schemas.openxmlformats.org/officeDocument/2006/relationships/slide" Target="/ppt/slides/slide1.xml" Id="R35f71b5992544870" /><Relationship Type="http://schemas.openxmlformats.org/officeDocument/2006/relationships/slide" Target="/ppt/slides/slide2.xml" Id="R89ff79683c724587" /><Relationship Type="http://schemas.openxmlformats.org/officeDocument/2006/relationships/slide" Target="/ppt/slides/slide3.xml" Id="R7aa4e6bcacb34b86" /><Relationship Type="http://schemas.openxmlformats.org/officeDocument/2006/relationships/slide" Target="/ppt/slides/slide4.xml" Id="R8a2e4eb07ef54c8b" /><Relationship Type="http://schemas.openxmlformats.org/officeDocument/2006/relationships/slide" Target="/ppt/slides/slide5.xml" Id="Rdb6a371e62fd45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f47ab9b5074d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cd2c531745499c" /><Relationship Type="http://schemas.openxmlformats.org/officeDocument/2006/relationships/notesMaster" Target="/ppt/notesMasters/notesMaster1.xml" Id="Rb536ca635de14d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3bf9f6b68d4dbb" /><Relationship Type="http://schemas.openxmlformats.org/officeDocument/2006/relationships/notesMaster" Target="/ppt/notesMasters/notesMaster1.xml" Id="Rcc6395b42e2e4e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a4c849a9564eb0" /><Relationship Type="http://schemas.openxmlformats.org/officeDocument/2006/relationships/notesMaster" Target="/ppt/notesMasters/notesMaster1.xml" Id="R7d91030ed2c44a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8e4019ded04ab4" /><Relationship Type="http://schemas.openxmlformats.org/officeDocument/2006/relationships/notesMaster" Target="/ppt/notesMasters/notesMaster1.xml" Id="Rb4bdc7bc6a404f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b7d81e06ac4f06" /><Relationship Type="http://schemas.openxmlformats.org/officeDocument/2006/relationships/notesMaster" Target="/ppt/notesMasters/notesMaster1.xml" Id="R9b853b338ebc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本部分只说明曹浩从被测基线 2da8824 开始开展的测试工作，不涉及该提交之前的开发。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演示测试范围：输入校验、文本相似度评分、评分规则与 AI 响应兜底。运行命令见项目 README 和演示脚本。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清单中的 A-001 至 A-022 与 tests/module1 中的自动化用例逐一对应；既有 checks/ 不计入新增课程用例。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原始复现证据为 reports/module1/a-defects-baseline.json；各缺陷步骤、预期与实际结果见 docs/module1/defects/。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本页统计来自版本化 JSON 执行记录。基线 18/22、修复后 22/22 均指曹浩新增正式用例；43/43 包括既有开发检查 21 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d3b69190248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068098db644796" /><Relationship Type="http://schemas.openxmlformats.org/officeDocument/2006/relationships/slideLayout" Target="/ppt/slideLayouts/slideLayout1.xml" Id="R3c70a9a1fc4b43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70a9a1fc4b43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4460c0c7a46f1" /><Relationship Type="http://schemas.openxmlformats.org/officeDocument/2006/relationships/notesSlide" Target="/ppt/notesSlides/notesSlide1.xml" Id="R94cb859a7fc64f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0cac8199341a9" /><Relationship Type="http://schemas.openxmlformats.org/officeDocument/2006/relationships/notesSlide" Target="/ppt/notesSlides/notesSlide2.xml" Id="Ra82a58e9608f42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ce39dd0804010" /><Relationship Type="http://schemas.openxmlformats.org/officeDocument/2006/relationships/notesSlide" Target="/ppt/notesSlides/notesSlide3.xml" Id="Rc570ff9b28324c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f96720e114ab1" /><Relationship Type="http://schemas.openxmlformats.org/officeDocument/2006/relationships/notesSlide" Target="/ppt/notesSlides/notesSlide4.xml" Id="Re83d74838a214e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32cf281154101" /><Relationship Type="http://schemas.openxmlformats.org/officeDocument/2006/relationships/notesSlide" Target="/ppt/notesSlides/notesSlide5.xml" Id="R80d9bdd2371c4b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88F10-6352-4E17-A25E-6014F72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评分与校验模块测试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3AF35-AACA-49E4-B23B-B7B4B498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3372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曹浩  M202677234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502D7-42DA-4C02-BC1C-AFC5EAB8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338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rPr>
              <a:t>被测基线 2da8824  ·  正式用例 22 条  ·  缺陷 4 项</a:t>
            </a:r>
          </a:p>
        </p:txBody>
      </p:sp>
    </p:spTree>
    <p:extLst>
      <p:ext uri="{BB962C8B-B14F-4D97-AF65-F5344CB8AC3E}">
        <p14:creationId xmlns:p14="http://schemas.microsoft.com/office/powerpoint/2010/main" val="1053269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69CB8-5A09-4F63-9522-846A245B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测试对象与方法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C8BD0-C1C0-4937-BC59-6200CA81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96025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rPr>
              <a:t>软件测试与质量保证实践 · 模块一 · 曹浩 M202677234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6F154-84B3-4F46-B346-1A2D0BA8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435A2-B46F-4402-B631-23354560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811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评分输入校验、文本相似度、评分规则、AI 响应兜底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B2E88-0864-4EF7-A789-54589F26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4244C-5103-4D5C-ACDD-4C9E959C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等价类 6 条  ·  边界值 9 条  ·  场景法 7 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5BF67-9CAA-4F08-A7F8-FFA512BA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95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47C0C-9CE6-4D00-98BB-2533F141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95700"/>
            <a:ext cx="847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隔离临时数据库与模型模拟响应；不调用付费接口</a:t>
            </a:r>
          </a:p>
        </p:txBody>
      </p:sp>
    </p:spTree>
    <p:extLst>
      <p:ext uri="{BB962C8B-B14F-4D97-AF65-F5344CB8AC3E}">
        <p14:creationId xmlns:p14="http://schemas.microsoft.com/office/powerpoint/2010/main" val="1907709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758E1-7E17-48A4-90D8-BAE02D94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22 条正式用例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0BAB3-656B-4790-A825-81A11EC4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96025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rPr>
              <a:t>软件测试与质量保证实践 · 模块一 · 曹浩 M202677234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815C3-A0C3-459B-83A6-00570D2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A-001—A-006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E3257-2951-40E1-9059-1C58CF4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49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输入缺失、分值及权重边界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8ADE5-4F01-4147-92F8-3EE022C2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A-007—A-012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7BF0D-19A1-4874-A958-283DBC8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0507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文本归一化与 Dice 相似度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47065-C9D8-4908-BD3B-1BD298F9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A-013—A-018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38C97-60B4-439F-B43B-0857B84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52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评分规则、比例和兜底场景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3F12B-83B1-438B-BE06-AC3A0907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053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A-019—A-022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9251C-DA5B-4BCC-894F-422B4E1C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053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基线缺陷复现与修复回归</a:t>
            </a:r>
          </a:p>
        </p:txBody>
      </p:sp>
    </p:spTree>
    <p:extLst>
      <p:ext uri="{BB962C8B-B14F-4D97-AF65-F5344CB8AC3E}">
        <p14:creationId xmlns:p14="http://schemas.microsoft.com/office/powerpoint/2010/main" val="128257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5567F-2840-416F-BCB4-D8A19885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基线复现的四项缺陷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31257-BBCD-47C3-810C-01B2D2B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96025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rPr>
              <a:t>软件测试与质量保证实践 · 模块一 · 曹浩 M202677234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FF7B9-99FD-49C8-9411-02E9B95B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A-DEF-001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31F50-816F-4BB4-B3E4-A3EFBFD8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7858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超大整数输入引发服务器错误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55A08-07F7-442A-94B1-2F57476D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A-DEF-002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FB9D7-D561-4AEC-BCEC-A45890F7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7858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归一化后重复评分项被重复计分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9007C-5F65-4626-A4E2-67CB8AD2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A-DEF-003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8FAD8-5433-451B-8173-B41963CA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7858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AI 分数按权重换算时使用错误基数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8A2E0-D5CE-434A-9AD0-C601E18D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A-DEF-004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46D65-3D13-46EB-BAF5-13F82F6A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7858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AI 响应中的超大整数使兜底失败</a:t>
            </a:r>
          </a:p>
        </p:txBody>
      </p:sp>
    </p:spTree>
    <p:extLst>
      <p:ext uri="{BB962C8B-B14F-4D97-AF65-F5344CB8AC3E}">
        <p14:creationId xmlns:p14="http://schemas.microsoft.com/office/powerpoint/2010/main" val="250385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880F5-F2C3-4277-9A23-FFFC4132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修复与回归结果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4A6C2-C843-42B6-BDCA-CC534584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96025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rPr>
              <a:t>软件测试与质量保证实践 · 模块一 · 曹浩 M202677234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99EFB-8005-4FBB-B2A9-A1E1465C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被测基线 2da8824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568EB-DCB2-4B99-9990-F46AAE2B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762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18 / 22 通过；4 条失败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DD4BE-CED4-44DE-A012-7FC4C930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rPr>
              <a:t>四项缺陷分别修复并提交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DDBA3-9C3C-4297-9987-D85B8EDE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8590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628A"/>
                </a:solidFill>
                <a:latin typeface="Microsoft YaHei"/>
                <a:ea typeface="Microsoft YaHei"/>
                <a:cs typeface="Microsoft YaHei"/>
              </a:rPr>
              <a:t>最终回归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0566F-AE8E-4252-8DD6-4A75F23E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B3A"/>
                </a:solidFill>
                <a:latin typeface="Microsoft YaHei"/>
                <a:ea typeface="Microsoft YaHei"/>
                <a:cs typeface="Microsoft YaHei"/>
              </a:rPr>
              <a:t>22 / 22 正式用例通过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3153D-B672-4139-B5D1-5E71EE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rPr>
              <a:t>连同既有检查共 43 / 43 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9F118-7C03-4CBE-9193-3F6F23E0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36E"/>
                </a:solidFill>
                <a:latin typeface="Microsoft YaHei"/>
                <a:ea typeface="Microsoft YaHei"/>
                <a:cs typeface="Microsoft YaHei"/>
              </a:rPr>
              <a:t>证据：reports/module1/a-defects-baseline.json 与 a-final-full.json</a:t>
            </a:r>
          </a:p>
        </p:txBody>
      </p:sp>
    </p:spTree>
    <p:extLst>
      <p:ext uri="{BB962C8B-B14F-4D97-AF65-F5344CB8AC3E}">
        <p14:creationId xmlns:p14="http://schemas.microsoft.com/office/powerpoint/2010/main" val="598280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2026-09-14T23:44:23.4810000Z</dcterms:created>
  <dcterms:modified xsi:type="dcterms:W3CDTF">2026-09-14T23:44:23.4810000Z</dcterms:modified>
</coreProperties>
</file>